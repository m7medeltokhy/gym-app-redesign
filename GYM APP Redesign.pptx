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nva Sans Bold" charset="1" panose="020B0803030501040103"/>
      <p:regular r:id="rId13"/>
    </p:embeddedFont>
    <p:embeddedFont>
      <p:font typeface="Archivo Black" charset="1" panose="020B0A03020202020B04"/>
      <p:regular r:id="rId14"/>
    </p:embeddedFont>
    <p:embeddedFont>
      <p:font typeface="Brittany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3935" y="502218"/>
            <a:ext cx="15280129" cy="370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2"/>
              </a:lnSpc>
            </a:pPr>
            <a:r>
              <a:rPr lang="en-US" b="true" sz="1200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GYM APP </a:t>
            </a:r>
          </a:p>
          <a:p>
            <a:pPr algn="ctr">
              <a:lnSpc>
                <a:spcPts val="12717"/>
              </a:lnSpc>
              <a:spcBef>
                <a:spcPct val="0"/>
              </a:spcBef>
            </a:pPr>
            <a:r>
              <a:rPr lang="en-US" sz="908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1483" y="4614209"/>
            <a:ext cx="13605034" cy="532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4"/>
              </a:lnSpc>
              <a:spcBef>
                <a:spcPct val="0"/>
              </a:spcBef>
            </a:pPr>
            <a:r>
              <a:rPr lang="en-US" b="true" sz="64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</a:t>
            </a:r>
            <a:r>
              <a:rPr lang="en-US" b="true" sz="64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rs</a:t>
            </a:r>
          </a:p>
          <a:p>
            <a:pPr algn="ctr">
              <a:lnSpc>
                <a:spcPts val="9064"/>
              </a:lnSpc>
              <a:spcBef>
                <a:spcPct val="0"/>
              </a:spcBef>
            </a:pPr>
            <a:r>
              <a:rPr lang="en-US" b="true" sz="64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Abdelrahman Khaled Aladawi    c3</a:t>
            </a:r>
          </a:p>
          <a:p>
            <a:pPr algn="ctr">
              <a:lnSpc>
                <a:spcPts val="9064"/>
              </a:lnSpc>
              <a:spcBef>
                <a:spcPct val="0"/>
              </a:spcBef>
            </a:pPr>
            <a:r>
              <a:rPr lang="en-US" b="true" sz="64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Mohamed Ali Eltokhy                     c4</a:t>
            </a:r>
          </a:p>
          <a:p>
            <a:pPr algn="ctr">
              <a:lnSpc>
                <a:spcPts val="9064"/>
              </a:lnSpc>
              <a:spcBef>
                <a:spcPct val="0"/>
              </a:spcBef>
            </a:pPr>
            <a:r>
              <a:rPr lang="en-US" b="true" sz="647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Yousef Ahmed Alakraa                   c5</a:t>
            </a:r>
          </a:p>
          <a:p>
            <a:pPr algn="ctr">
              <a:lnSpc>
                <a:spcPts val="61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24347" y="481931"/>
            <a:ext cx="4551761" cy="9006442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458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317141" y="485330"/>
            <a:ext cx="4551761" cy="9006442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728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970859" y="5589479"/>
            <a:ext cx="8346281" cy="209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1"/>
              </a:lnSpc>
              <a:spcBef>
                <a:spcPct val="0"/>
              </a:spcBef>
            </a:pPr>
            <a:r>
              <a:rPr lang="en-US" b="true" sz="382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UX Issues</a:t>
            </a:r>
          </a:p>
          <a:p>
            <a:pPr algn="ctr" marL="587738" indent="-293869" lvl="1">
              <a:lnSpc>
                <a:spcPts val="3811"/>
              </a:lnSpc>
              <a:buFont typeface="Arial"/>
              <a:buChar char="•"/>
            </a:pPr>
            <a:r>
              <a:rPr lang="en-US" b="true" sz="272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is unsure what the first step should be</a:t>
            </a:r>
          </a:p>
          <a:p>
            <a:pPr algn="ctr" marL="587738" indent="-293869" lvl="1">
              <a:lnSpc>
                <a:spcPts val="3811"/>
              </a:lnSpc>
              <a:buFont typeface="Arial"/>
              <a:buChar char="•"/>
            </a:pPr>
            <a:r>
              <a:rPr lang="en-US" b="true" sz="272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 many choices create cognitive overload</a:t>
            </a:r>
          </a:p>
          <a:p>
            <a:pPr algn="ctr" marL="587738" indent="-293869" lvl="1">
              <a:lnSpc>
                <a:spcPts val="3811"/>
              </a:lnSpc>
              <a:buFont typeface="Arial"/>
              <a:buChar char="•"/>
            </a:pPr>
            <a:r>
              <a:rPr lang="en-US" b="true" sz="272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Value proposition is not clear or concise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6108" y="2261002"/>
            <a:ext cx="7980029" cy="2724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 Issues</a:t>
            </a:r>
          </a:p>
          <a:p>
            <a:pPr algn="ctr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 much text on a single screen (text overload)</a:t>
            </a:r>
          </a:p>
          <a:p>
            <a:pPr algn="ctr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 background image reduces text readability</a:t>
            </a:r>
          </a:p>
          <a:p>
            <a:pPr algn="ctr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CTA buttons with different colors → no consistency</a:t>
            </a:r>
          </a:p>
          <a:p>
            <a:pPr algn="ctr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Weak visual hierarchy (no clear primary action)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19415" y="-123825"/>
            <a:ext cx="7649170" cy="109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  <a:spcBef>
                <a:spcPct val="0"/>
              </a:spcBef>
            </a:pPr>
            <a:r>
              <a:rPr lang="en-US" b="true" sz="641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Onboarding Screen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526019" y="507690"/>
            <a:ext cx="4535566" cy="8974396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4728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226415" y="507690"/>
            <a:ext cx="4535566" cy="8974396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4728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126068" y="1967071"/>
            <a:ext cx="8035864" cy="223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 Issues</a:t>
            </a:r>
          </a:p>
          <a:p>
            <a:pPr algn="ctr" marL="511749" indent="-255875" lvl="1">
              <a:lnSpc>
                <a:spcPts val="3318"/>
              </a:lnSpc>
              <a:buFont typeface="Arial"/>
              <a:buChar char="•"/>
            </a:pPr>
            <a:r>
              <a:rPr lang="en-US" b="true" sz="237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 contrast between background and input fields</a:t>
            </a:r>
          </a:p>
          <a:p>
            <a:pPr algn="ctr" marL="511749" indent="-255875" lvl="1">
              <a:lnSpc>
                <a:spcPts val="3318"/>
              </a:lnSpc>
              <a:buFont typeface="Arial"/>
              <a:buChar char="•"/>
            </a:pPr>
            <a:r>
              <a:rPr lang="en-US" b="true" sz="237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states (active / inactive) are unclear</a:t>
            </a:r>
          </a:p>
          <a:p>
            <a:pPr algn="ctr" marL="511749" indent="-255875" lvl="1">
              <a:lnSpc>
                <a:spcPts val="3318"/>
              </a:lnSpc>
              <a:buFont typeface="Arial"/>
              <a:buChar char="•"/>
            </a:pPr>
            <a:r>
              <a:rPr lang="en-US" b="true" sz="237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Buttons lack visual balance</a:t>
            </a:r>
          </a:p>
          <a:p>
            <a:pPr algn="ctr" marL="511749" indent="-255875" lvl="1">
              <a:lnSpc>
                <a:spcPts val="3318"/>
              </a:lnSpc>
              <a:buFont typeface="Arial"/>
              <a:buChar char="•"/>
            </a:pPr>
            <a:r>
              <a:rPr lang="en-US" b="true" sz="237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Typography is small and hard to read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35779" y="5076825"/>
            <a:ext cx="7816443" cy="205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5"/>
              </a:lnSpc>
              <a:spcBef>
                <a:spcPct val="0"/>
              </a:spcBef>
            </a:pPr>
            <a:r>
              <a:rPr lang="en-US" b="true" sz="370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UX Issues</a:t>
            </a:r>
          </a:p>
          <a:p>
            <a:pPr algn="ctr" marL="577554" indent="-288777" lvl="1">
              <a:lnSpc>
                <a:spcPts val="3745"/>
              </a:lnSpc>
              <a:buFont typeface="Arial"/>
              <a:buChar char="•"/>
            </a:pPr>
            <a:r>
              <a:rPr lang="en-US" b="true" sz="267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clear visual feedback while typing</a:t>
            </a:r>
          </a:p>
          <a:p>
            <a:pPr algn="ctr" marL="577554" indent="-288777" lvl="1">
              <a:lnSpc>
                <a:spcPts val="3745"/>
              </a:lnSpc>
              <a:buFont typeface="Arial"/>
              <a:buChar char="•"/>
            </a:pPr>
            <a:r>
              <a:rPr lang="en-US" b="true" sz="267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Primary CTA (Login) does not stand out</a:t>
            </a:r>
          </a:p>
          <a:p>
            <a:pPr algn="ctr" marL="577554" indent="-288777" lvl="1">
              <a:lnSpc>
                <a:spcPts val="3745"/>
              </a:lnSpc>
              <a:buFont typeface="Arial"/>
              <a:buChar char="•"/>
            </a:pPr>
            <a:r>
              <a:rPr lang="en-US" b="true" sz="267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experience feels slow and unengaging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91040" y="29051"/>
            <a:ext cx="8305919" cy="105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b="true" sz="6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/ Signup Screen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714363" y="555721"/>
            <a:ext cx="4489044" cy="8882346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4728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124219" y="555721"/>
            <a:ext cx="4489044" cy="8882346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5350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696951" y="242542"/>
            <a:ext cx="6933724" cy="109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  <a:spcBef>
                <a:spcPct val="0"/>
              </a:spcBef>
            </a:pPr>
            <a:r>
              <a:rPr lang="en-US" b="true" sz="641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 Dashboard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47656" y="2236965"/>
            <a:ext cx="7904756" cy="235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1"/>
              </a:lnSpc>
              <a:spcBef>
                <a:spcPct val="0"/>
              </a:spcBef>
            </a:pPr>
            <a:r>
              <a:rPr lang="en-US" b="true" sz="34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 Issues</a:t>
            </a:r>
          </a:p>
          <a:p>
            <a:pPr algn="ctr" marL="536961" indent="-268481" lvl="1">
              <a:lnSpc>
                <a:spcPts val="3481"/>
              </a:lnSpc>
              <a:buFont typeface="Arial"/>
              <a:buChar char="•"/>
            </a:pPr>
            <a:r>
              <a:rPr lang="en-US" b="true" sz="248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 many colors without a defined color system</a:t>
            </a:r>
          </a:p>
          <a:p>
            <a:pPr algn="ctr" marL="536961" indent="-268481" lvl="1">
              <a:lnSpc>
                <a:spcPts val="3481"/>
              </a:lnSpc>
              <a:buFont typeface="Arial"/>
              <a:buChar char="•"/>
            </a:pPr>
            <a:r>
              <a:rPr lang="en-US" b="true" sz="248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Inconsistent card sizes</a:t>
            </a:r>
          </a:p>
          <a:p>
            <a:pPr algn="ctr" marL="536961" indent="-268481" lvl="1">
              <a:lnSpc>
                <a:spcPts val="3481"/>
              </a:lnSpc>
              <a:buFont typeface="Arial"/>
              <a:buChar char="•"/>
            </a:pPr>
            <a:r>
              <a:rPr lang="en-US" b="true" sz="248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Overuse of borders and outlines</a:t>
            </a:r>
          </a:p>
          <a:p>
            <a:pPr algn="ctr" marL="536961" indent="-268481" lvl="1">
              <a:lnSpc>
                <a:spcPts val="3481"/>
              </a:lnSpc>
              <a:buFont typeface="Arial"/>
              <a:buChar char="•"/>
            </a:pPr>
            <a:r>
              <a:rPr lang="en-US" b="true" sz="248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Inconsistent icon styles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47656" y="5488089"/>
            <a:ext cx="8032314" cy="199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UX Issues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clear focus or priority for the user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Primary action is not obvious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Important information is buried in visual noise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28033" y="656302"/>
            <a:ext cx="4535566" cy="8974396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35973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053116" y="660090"/>
            <a:ext cx="4535566" cy="8974396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906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405291" y="-104775"/>
            <a:ext cx="7875627" cy="9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4"/>
              </a:lnSpc>
              <a:spcBef>
                <a:spcPct val="0"/>
              </a:spcBef>
            </a:pPr>
            <a:r>
              <a:rPr lang="en-US" b="true" sz="581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Workout Plans Screen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51812" y="2045643"/>
            <a:ext cx="7384375" cy="245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 Issues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Oversized titles dominating the layout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Images used without clear hierarchy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“Start” buttons are not visually prominent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 spacing between elements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60504" y="5662603"/>
            <a:ext cx="7375684" cy="199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UX Issues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 to identify the current active plan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of filtering or organization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Users can feel lost between multiple plans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563405" y="656302"/>
            <a:ext cx="4535566" cy="8974396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90293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495570" y="656302"/>
            <a:ext cx="4535566" cy="8974396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32556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413295" y="6138100"/>
            <a:ext cx="7461409" cy="199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UX Issues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Difficult to follow the exercise step by step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clear focus on the current action</a:t>
            </a:r>
          </a:p>
          <a:p>
            <a:pPr algn="ctr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mental effort required from the user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25954" y="2784350"/>
            <a:ext cx="8436091" cy="235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7"/>
              </a:lnSpc>
            </a:pPr>
            <a:r>
              <a:rPr lang="en-US" b="true" sz="345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 Issues</a:t>
            </a:r>
          </a:p>
          <a:p>
            <a:pPr algn="ctr" marL="538833" indent="-269416" lvl="1">
              <a:lnSpc>
                <a:spcPts val="3494"/>
              </a:lnSpc>
              <a:buFont typeface="Arial"/>
              <a:buChar char="•"/>
            </a:pPr>
            <a:r>
              <a:rPr lang="en-US" b="true" sz="2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Long blocks of text without proper sectioning</a:t>
            </a:r>
          </a:p>
          <a:p>
            <a:pPr algn="ctr" marL="538833" indent="-269416" lvl="1">
              <a:lnSpc>
                <a:spcPts val="3494"/>
              </a:lnSpc>
              <a:buFont typeface="Arial"/>
              <a:buChar char="•"/>
            </a:pPr>
            <a:r>
              <a:rPr lang="en-US" b="true" sz="2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 line height reduces readability</a:t>
            </a:r>
          </a:p>
          <a:p>
            <a:pPr algn="ctr" marL="538833" indent="-269416" lvl="1">
              <a:lnSpc>
                <a:spcPts val="3494"/>
              </a:lnSpc>
              <a:buFont typeface="Arial"/>
              <a:buChar char="•"/>
            </a:pPr>
            <a:r>
              <a:rPr lang="en-US" b="true" sz="2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Warning colors used excessively and inconsistently</a:t>
            </a:r>
          </a:p>
          <a:p>
            <a:pPr algn="ctr" marL="538833" indent="-269416" lvl="1">
              <a:lnSpc>
                <a:spcPts val="3494"/>
              </a:lnSpc>
              <a:buFont typeface="Arial"/>
              <a:buChar char="•"/>
            </a:pPr>
            <a:r>
              <a:rPr lang="en-US" b="true" sz="24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CTA (Finish / Submit) is not clearly visible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37532" y="66196"/>
            <a:ext cx="8211145" cy="96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4"/>
              </a:lnSpc>
              <a:spcBef>
                <a:spcPct val="0"/>
              </a:spcBef>
            </a:pPr>
            <a:r>
              <a:rPr lang="en-US" b="true" sz="571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Exercise Details Screen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5409" y="3432754"/>
            <a:ext cx="7997181" cy="307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2"/>
              </a:lnSpc>
              <a:spcBef>
                <a:spcPct val="0"/>
              </a:spcBef>
            </a:pPr>
            <a:r>
              <a:rPr lang="en-US" sz="17966">
                <a:solidFill>
                  <a:srgbClr val="FFFFFF"/>
                </a:solidFill>
                <a:latin typeface="Brittany"/>
                <a:ea typeface="Brittany"/>
                <a:cs typeface="Brittany"/>
                <a:sym typeface="Brittan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DAG7_aRlztQ</dc:identifier>
  <dcterms:modified xsi:type="dcterms:W3CDTF">2011-08-01T06:04:30Z</dcterms:modified>
  <cp:revision>1</cp:revision>
  <dc:title>GYM APP Redesign</dc:title>
</cp:coreProperties>
</file>